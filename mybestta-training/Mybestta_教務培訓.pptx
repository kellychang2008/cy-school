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開場：先問老師們『最近一次被作業或音檔卡到是什麼時候？』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讓老師點頭：這些都是日常。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現場示範開課前檢查表。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請老師兩兩演練一次。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Mybestta 教務培訓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方便・快速・不失專業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讓老師少做雜事，多教學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Microsoft JhengHei"/>
              </a:rPr>
              <a:t>你是不是也這樣？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・音檔點錯，當場尷尬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・答案翻半天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・每晚批改一小時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・家長問進度，只能憑印象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・每位老師講法不一樣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Microsoft JhengHei"/>
              </a:rPr>
              <a:t>今天帶走 5 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① 上課不翻車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② 作業秒拍秒改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③ 依報告帶課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④ 小考秒拍秒改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⑤ 家長問不倒＋問官方 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Microsoft JhengHei"/>
              </a:rPr>
              <a:t>① 上課不翻車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平台使用：開課前 3 分鐘流程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音檔：從平台入口點，不從資料夾找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答案：備課標記、現場秒查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鉤子：下一個點錯音檔的，不會是你。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Microsoft JhengHei"/>
              </a:rPr>
              <a:t>防呆口條（團隊一致）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音檔出狀況：「我們先換下一題，這段我會馬上處理。」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答案不確定：「我先確認標準答案，下課前回覆你。」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家長問進度：「依平台報告來看，目前……」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不會用平台：「我立刻請教官方 Line。」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Microsoft JhengHei"/>
              </a:rPr>
              <a:t>② 作業：學生秒拍，老師秒改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學生寫完 → 拍照上傳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老師集中時段 → 秒改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回饋三句式：做對什麼＋錯在哪＋下一步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改作業，不該吃掉你的晚餐時間。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Microsoft JhengHei"/>
              </a:rPr>
              <a:t>③ 依報告帶課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三個問題：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1. 哪些題型錯最多？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2. 哪些學生需要關注？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3. 哪些已經穩了？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好老師不是更累，是更準。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Microsoft JhengHei"/>
              </a:rPr>
              <a:t>20 分鐘檢討流程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0–3 分：公布整體表現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3–13 分：講錯最多的 2～3 題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13–18 分：分組／個別補強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18–20 分：指派下次目標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Microsoft JhengHei"/>
              </a:rPr>
              <a:t>④ 小考：秒拍、秒改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小考當天改完，家長當天看到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短・準・即時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結果直接串回報告與下一堂開場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Microsoft JhengHei"/>
              </a:rPr>
              <a:t>⑤ 家長問不倒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問題統整 → 可回溯 → 回覆有依據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回覆 4 段式：同理 → 依據 → 方向 → 留管道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家長問起，你手上有證據，不是印象。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卡關怎麼辦？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問官方 Line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不用猜、不用轉來轉去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Microsoft JhengHei"/>
              </a:rPr>
              <a:t>Before /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Before：翻找、等待、憑印象、各說各話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After：一個入口、即時回饋、依報告、口條一致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[待補：實測節省時間數據]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Microsoft JhengHei"/>
              </a:rPr>
              <a:t>你的 7 天上手計畫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Day1 開課前檢查表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Day2 防呆口條演練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Day3 作業秒拍秒改上線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Day4 看第一份報告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Day5 辦第一次小考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Day6 練習家長回覆 4 段式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444B55"/>
                </a:solidFill>
                <a:latin typeface="Microsoft JhengHei"/>
              </a:rPr>
              <a:t>Day7 回饋給官方 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立刻行動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① 領取 5 本電子書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② 觀看 3 分鐘教學影片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③ 加入 Mybestta 官方 Line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方便・快速・不失專業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